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6"/>
  </p:notesMasterIdLst>
  <p:sldIdLst>
    <p:sldId id="304" r:id="rId3"/>
    <p:sldId id="333" r:id="rId4"/>
    <p:sldId id="335" r:id="rId5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0000FF"/>
    <a:srgbClr val="000000"/>
    <a:srgbClr val="9F5400"/>
    <a:srgbClr val="4D4D4D"/>
    <a:srgbClr val="FFFFFF"/>
    <a:srgbClr val="54549F"/>
    <a:srgbClr val="9F5454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4" autoAdjust="0"/>
    <p:restoredTop sz="94660"/>
  </p:normalViewPr>
  <p:slideViewPr>
    <p:cSldViewPr>
      <p:cViewPr varScale="1">
        <p:scale>
          <a:sx n="68" d="100"/>
          <a:sy n="68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56693" cy="5669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 altLang="en-US"/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3DE5F20D-D6B3-4715-A130-E1D525CF26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78088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80" charset="0"/>
        <a:ea typeface="ＭＳ Ｐゴシック" pitchFamily="-8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80" charset="0"/>
        <a:ea typeface="ＭＳ Ｐゴシック" pitchFamily="-8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80" charset="0"/>
        <a:ea typeface="ＭＳ Ｐゴシック" pitchFamily="-8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80" charset="0"/>
        <a:ea typeface="ＭＳ Ｐゴシック" pitchFamily="-8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80" charset="0"/>
        <a:ea typeface="ＭＳ Ｐゴシック" pitchFamily="-8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2950"/>
            <a:ext cx="4964113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CD38F2-9516-42BD-8702-BC90962C2CB2}" type="slidenum">
              <a:rPr lang="en-AU" smtClean="0">
                <a:solidFill>
                  <a:prstClr val="black"/>
                </a:solidFill>
              </a:rPr>
              <a:pPr/>
              <a:t>2</a:t>
            </a:fld>
            <a:endParaRPr lang="en-AU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0713" y="5529263"/>
            <a:ext cx="6146800" cy="1023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0713" y="6543675"/>
            <a:ext cx="6146800" cy="182563"/>
          </a:xfrm>
        </p:spPr>
        <p:txBody>
          <a:bodyPr bIns="0"/>
          <a:lstStyle>
            <a:lvl1pPr marL="0" indent="0">
              <a:lnSpc>
                <a:spcPct val="90000"/>
              </a:lnSpc>
              <a:spcBef>
                <a:spcPct val="10000"/>
              </a:spcBef>
              <a:buFontTx/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7" descr="pepsi_logo_color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113" y="109538"/>
            <a:ext cx="153511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869" y="100388"/>
            <a:ext cx="2587745" cy="43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21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8842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873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538" y="1558925"/>
            <a:ext cx="3998912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1558925"/>
            <a:ext cx="3998913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206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706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956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06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1063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755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80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1000" y="639763"/>
            <a:ext cx="2036763" cy="5260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7538" y="639763"/>
            <a:ext cx="5961062" cy="5260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5494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 userDrawn="1"/>
        </p:nvSpPr>
        <p:spPr bwMode="auto">
          <a:xfrm>
            <a:off x="0" y="639763"/>
            <a:ext cx="9144000" cy="6218237"/>
          </a:xfrm>
          <a:prstGeom prst="rect">
            <a:avLst/>
          </a:prstGeom>
          <a:gradFill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1">
                  <a:lumMod val="5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6" name="Text Box 21"/>
          <p:cNvSpPr txBox="1">
            <a:spLocks noChangeArrowheads="1"/>
          </p:cNvSpPr>
          <p:nvPr userDrawn="1"/>
        </p:nvSpPr>
        <p:spPr bwMode="auto">
          <a:xfrm>
            <a:off x="8370888" y="6546850"/>
            <a:ext cx="3619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A1519F81-6258-4E56-8FD2-5C08A70D8F63}" type="slidenum">
              <a:rPr lang="en-US" altLang="en-US" sz="1100" b="0">
                <a:solidFill>
                  <a:schemeClr val="bg1"/>
                </a:solidFill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100" b="0">
              <a:solidFill>
                <a:schemeClr val="bg1"/>
              </a:solidFill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33425" y="1644650"/>
            <a:ext cx="7343775" cy="652463"/>
          </a:xfrm>
        </p:spPr>
        <p:txBody>
          <a:bodyPr lIns="0" bIns="0" anchor="t"/>
          <a:lstStyle>
            <a:lvl1pPr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42950" y="3975100"/>
            <a:ext cx="5983288" cy="606425"/>
          </a:xfrm>
        </p:spPr>
        <p:txBody>
          <a:bodyPr lIns="0" bIns="0"/>
          <a:lstStyle>
            <a:lvl1pPr marL="0" indent="0">
              <a:lnSpc>
                <a:spcPct val="95000"/>
              </a:lnSpc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 descr="pepsi_logo_color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113" y="109538"/>
            <a:ext cx="153511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869" y="100388"/>
            <a:ext cx="2587745" cy="43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5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7680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171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7538" y="1558925"/>
            <a:ext cx="3998912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1558925"/>
            <a:ext cx="3998913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5989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9612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6729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8761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7665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9704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46660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1000" y="639763"/>
            <a:ext cx="2036763" cy="5260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7538" y="639763"/>
            <a:ext cx="5961062" cy="5260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84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Rectangle 23"/>
          <p:cNvSpPr>
            <a:spLocks noChangeArrowheads="1"/>
          </p:cNvSpPr>
          <p:nvPr userDrawn="1"/>
        </p:nvSpPr>
        <p:spPr bwMode="auto">
          <a:xfrm>
            <a:off x="0" y="-860"/>
            <a:ext cx="9144000" cy="639763"/>
          </a:xfrm>
          <a:prstGeom prst="rect">
            <a:avLst/>
          </a:prstGeom>
          <a:gradFill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7538" y="639763"/>
            <a:ext cx="8140700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7538" y="1558925"/>
            <a:ext cx="8150225" cy="434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6" name="Text Box 22"/>
          <p:cNvSpPr txBox="1">
            <a:spLocks noChangeArrowheads="1"/>
          </p:cNvSpPr>
          <p:nvPr userDrawn="1"/>
        </p:nvSpPr>
        <p:spPr bwMode="auto">
          <a:xfrm>
            <a:off x="8370888" y="6546850"/>
            <a:ext cx="3619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95913D72-6DE3-47B6-8087-653C8623DC69}" type="slidenum">
              <a:rPr lang="en-US" altLang="en-US" sz="1100" b="0"/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100" b="0"/>
          </a:p>
        </p:txBody>
      </p:sp>
      <p:sp>
        <p:nvSpPr>
          <p:cNvPr id="9" name="Text Box 3"/>
          <p:cNvSpPr txBox="1">
            <a:spLocks noChangeArrowheads="1"/>
          </p:cNvSpPr>
          <p:nvPr userDrawn="1"/>
        </p:nvSpPr>
        <p:spPr>
          <a:xfrm>
            <a:off x="620713" y="6546850"/>
            <a:ext cx="1343025" cy="182563"/>
          </a:xfrm>
          <a:prstGeom prst="rect">
            <a:avLst/>
          </a:prstGeom>
          <a:noFill/>
        </p:spPr>
        <p:txBody>
          <a:bodyPr wrap="none" tIns="0" rIns="0" anchor="ctr"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80" charset="-128"/>
                <a:cs typeface="+mn-cs"/>
              </a:defRPr>
            </a:lvl1pPr>
            <a:lvl2pPr marL="461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2pPr>
            <a:lvl3pPr marL="688975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6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3pPr>
            <a:lvl4pPr marL="914400" indent="-1111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4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4pPr>
            <a:lvl5pPr marL="1139825" indent="-1111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5pPr>
            <a:lvl6pPr marL="1597025" indent="-111125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6pPr>
            <a:lvl7pPr marL="2054225" indent="-111125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7pPr>
            <a:lvl8pPr marL="2511425" indent="-111125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8pPr>
            <a:lvl9pPr marL="2968625" indent="-111125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9pPr>
          </a:lstStyle>
          <a:p>
            <a:pPr marL="0" indent="0" eaLnBrk="1" hangingPunct="1">
              <a:spcBef>
                <a:spcPct val="50000"/>
              </a:spcBef>
              <a:buClrTx/>
              <a:buNone/>
            </a:pPr>
            <a:r>
              <a:rPr lang="en-US" altLang="en-US" sz="1000" b="1" kern="0">
                <a:solidFill>
                  <a:srgbClr val="4D4D4D"/>
                </a:solidFill>
              </a:rPr>
              <a:t>CONFIDENTIAL</a:t>
            </a:r>
          </a:p>
        </p:txBody>
      </p:sp>
      <p:pic>
        <p:nvPicPr>
          <p:cNvPr id="10" name="Picture 7" descr="pepsi_logo_color"/>
          <p:cNvPicPr>
            <a:picLocks noChangeAspect="1" noChangeArrowheads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113" y="109538"/>
            <a:ext cx="153511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869" y="100388"/>
            <a:ext cx="2587745" cy="4372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+mj-lt"/>
          <a:ea typeface="ＭＳ Ｐゴシック" pitchFamily="-80" charset="-128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  <a:ea typeface="ＭＳ Ｐゴシック" pitchFamily="-80" charset="-128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  <a:ea typeface="ＭＳ Ｐゴシック" pitchFamily="-80" charset="-128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  <a:ea typeface="ＭＳ Ｐゴシック" pitchFamily="-80" charset="-128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  <a:ea typeface="ＭＳ Ｐゴシック" pitchFamily="-80" charset="-128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</a:defRPr>
      </a:lvl9pPr>
    </p:titleStyle>
    <p:bodyStyle>
      <a:lvl1pPr marL="174625" indent="-17462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>
          <a:solidFill>
            <a:schemeClr val="tx1"/>
          </a:solidFill>
          <a:latin typeface="+mn-lt"/>
          <a:ea typeface="ＭＳ Ｐゴシック" pitchFamily="-80" charset="-128"/>
          <a:cs typeface="+mn-cs"/>
        </a:defRPr>
      </a:lvl1pPr>
      <a:lvl2pPr marL="461963" indent="-173038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>
          <a:solidFill>
            <a:schemeClr val="tx1"/>
          </a:solidFill>
          <a:latin typeface="+mn-lt"/>
          <a:ea typeface="ＭＳ Ｐゴシック" pitchFamily="-80" charset="-128"/>
        </a:defRPr>
      </a:lvl2pPr>
      <a:lvl3pPr marL="688975" indent="-1127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1"/>
          </a:solidFill>
          <a:latin typeface="+mn-lt"/>
          <a:ea typeface="ＭＳ Ｐゴシック" pitchFamily="-80" charset="-128"/>
        </a:defRPr>
      </a:lvl3pPr>
      <a:lvl4pPr marL="914400" indent="-11112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sz="1400">
          <a:solidFill>
            <a:schemeClr val="tx1"/>
          </a:solidFill>
          <a:latin typeface="+mn-lt"/>
          <a:ea typeface="ＭＳ Ｐゴシック" pitchFamily="-80" charset="-128"/>
        </a:defRPr>
      </a:lvl4pPr>
      <a:lvl5pPr marL="1139825" indent="-11112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5pPr>
      <a:lvl6pPr marL="1597025" indent="-111125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6pPr>
      <a:lvl7pPr marL="2054225" indent="-111125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7pPr>
      <a:lvl8pPr marL="2511425" indent="-111125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8pPr>
      <a:lvl9pPr marL="2968625" indent="-111125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61" name="Rectangle 17"/>
          <p:cNvSpPr>
            <a:spLocks noChangeArrowheads="1"/>
          </p:cNvSpPr>
          <p:nvPr userDrawn="1"/>
        </p:nvSpPr>
        <p:spPr bwMode="auto">
          <a:xfrm>
            <a:off x="0" y="0"/>
            <a:ext cx="9144000" cy="639763"/>
          </a:xfrm>
          <a:prstGeom prst="rect">
            <a:avLst/>
          </a:prstGeom>
          <a:gradFill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17538" y="639763"/>
            <a:ext cx="8140700" cy="80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7538" y="1558925"/>
            <a:ext cx="8150225" cy="434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7360" name="Text Box 16"/>
          <p:cNvSpPr txBox="1">
            <a:spLocks noChangeArrowheads="1"/>
          </p:cNvSpPr>
          <p:nvPr userDrawn="1"/>
        </p:nvSpPr>
        <p:spPr bwMode="auto">
          <a:xfrm>
            <a:off x="8370888" y="6546850"/>
            <a:ext cx="3619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pitchFamily="-80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F5B26483-1066-4F3D-B848-090DC97258D2}" type="slidenum">
              <a:rPr lang="en-US" altLang="en-US" sz="1100" b="0"/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100" b="0"/>
          </a:p>
        </p:txBody>
      </p:sp>
      <p:sp>
        <p:nvSpPr>
          <p:cNvPr id="11" name="Text Box 3"/>
          <p:cNvSpPr txBox="1">
            <a:spLocks noChangeArrowheads="1"/>
          </p:cNvSpPr>
          <p:nvPr userDrawn="1"/>
        </p:nvSpPr>
        <p:spPr>
          <a:xfrm>
            <a:off x="620713" y="6546850"/>
            <a:ext cx="1343025" cy="182563"/>
          </a:xfrm>
          <a:prstGeom prst="rect">
            <a:avLst/>
          </a:prstGeom>
          <a:noFill/>
        </p:spPr>
        <p:txBody>
          <a:bodyPr wrap="none" tIns="0" rIns="0" anchor="ctr"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80" charset="-128"/>
                <a:cs typeface="+mn-cs"/>
              </a:defRPr>
            </a:lvl1pPr>
            <a:lvl2pPr marL="4619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2pPr>
            <a:lvl3pPr marL="688975" indent="-1127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6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3pPr>
            <a:lvl4pPr marL="914400" indent="-1111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4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4pPr>
            <a:lvl5pPr marL="1139825" indent="-1111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5pPr>
            <a:lvl6pPr marL="1597025" indent="-111125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6pPr>
            <a:lvl7pPr marL="2054225" indent="-111125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7pPr>
            <a:lvl8pPr marL="2511425" indent="-111125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8pPr>
            <a:lvl9pPr marL="2968625" indent="-111125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ＭＳ Ｐゴシック" pitchFamily="-80" charset="-128"/>
              </a:defRPr>
            </a:lvl9pPr>
          </a:lstStyle>
          <a:p>
            <a:pPr marL="0" indent="0" eaLnBrk="1" hangingPunct="1">
              <a:spcBef>
                <a:spcPct val="50000"/>
              </a:spcBef>
              <a:buClrTx/>
              <a:buNone/>
            </a:pPr>
            <a:r>
              <a:rPr lang="en-US" altLang="en-US" sz="1000" b="1" kern="0">
                <a:solidFill>
                  <a:srgbClr val="4D4D4D"/>
                </a:solidFill>
              </a:rPr>
              <a:t>CONFIDENTIAL</a:t>
            </a:r>
          </a:p>
        </p:txBody>
      </p:sp>
      <p:pic>
        <p:nvPicPr>
          <p:cNvPr id="10" name="Picture 7" descr="pepsi_logo_color"/>
          <p:cNvPicPr>
            <a:picLocks noChangeAspect="1" noChangeArrowheads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113" y="109538"/>
            <a:ext cx="1535112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869" y="100388"/>
            <a:ext cx="2587745" cy="4372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+mj-lt"/>
          <a:ea typeface="ＭＳ Ｐゴシック" pitchFamily="-80" charset="-128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  <a:ea typeface="ＭＳ Ｐゴシック" pitchFamily="-80" charset="-128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  <a:ea typeface="ＭＳ Ｐゴシック" pitchFamily="-80" charset="-128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  <a:ea typeface="ＭＳ Ｐゴシック" pitchFamily="-80" charset="-128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  <a:ea typeface="ＭＳ Ｐゴシック" pitchFamily="-80" charset="-128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3000" b="1">
          <a:solidFill>
            <a:schemeClr val="bg2"/>
          </a:solidFill>
          <a:latin typeface="Arial" pitchFamily="-80" charset="0"/>
        </a:defRPr>
      </a:lvl9pPr>
    </p:titleStyle>
    <p:bodyStyle>
      <a:lvl1pPr marL="174625" indent="-17462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>
          <a:solidFill>
            <a:schemeClr val="tx1"/>
          </a:solidFill>
          <a:latin typeface="+mn-lt"/>
          <a:ea typeface="ＭＳ Ｐゴシック" pitchFamily="-80" charset="-128"/>
          <a:cs typeface="+mn-cs"/>
        </a:defRPr>
      </a:lvl1pPr>
      <a:lvl2pPr marL="461963" indent="-173038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>
          <a:solidFill>
            <a:schemeClr val="tx1"/>
          </a:solidFill>
          <a:latin typeface="+mn-lt"/>
          <a:ea typeface="ＭＳ Ｐゴシック" pitchFamily="-80" charset="-128"/>
        </a:defRPr>
      </a:lvl2pPr>
      <a:lvl3pPr marL="688975" indent="-1127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1600">
          <a:solidFill>
            <a:schemeClr val="tx1"/>
          </a:solidFill>
          <a:latin typeface="+mn-lt"/>
          <a:ea typeface="ＭＳ Ｐゴシック" pitchFamily="-80" charset="-128"/>
        </a:defRPr>
      </a:lvl3pPr>
      <a:lvl4pPr marL="914400" indent="-11112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–"/>
        <a:defRPr sz="1400">
          <a:solidFill>
            <a:schemeClr val="tx1"/>
          </a:solidFill>
          <a:latin typeface="+mn-lt"/>
          <a:ea typeface="ＭＳ Ｐゴシック" pitchFamily="-80" charset="-128"/>
        </a:defRPr>
      </a:lvl4pPr>
      <a:lvl5pPr marL="1139825" indent="-11112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5pPr>
      <a:lvl6pPr marL="1597025" indent="-111125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6pPr>
      <a:lvl7pPr marL="2054225" indent="-111125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7pPr>
      <a:lvl8pPr marL="2511425" indent="-111125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8pPr>
      <a:lvl9pPr marL="2968625" indent="-111125" algn="l" rtl="0" fontAlgn="base">
        <a:spcBef>
          <a:spcPct val="20000"/>
        </a:spcBef>
        <a:spcAft>
          <a:spcPct val="0"/>
        </a:spcAft>
        <a:buClr>
          <a:schemeClr val="bg2"/>
        </a:buClr>
        <a:buChar char="•"/>
        <a:defRPr sz="1200">
          <a:solidFill>
            <a:schemeClr val="tx1"/>
          </a:solidFill>
          <a:latin typeface="+mn-lt"/>
          <a:ea typeface="ＭＳ Ｐゴシック" pitchFamily="-8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0713" y="5529263"/>
            <a:ext cx="7636332" cy="1023937"/>
          </a:xfrm>
        </p:spPr>
        <p:txBody>
          <a:bodyPr/>
          <a:lstStyle/>
          <a:p>
            <a:pPr eaLnBrk="1" hangingPunct="1"/>
            <a:r>
              <a:rPr lang="en-US" altLang="en-US" sz="2200" err="1">
                <a:solidFill>
                  <a:srgbClr val="4D4D4D"/>
                </a:solidFill>
              </a:rPr>
              <a:t>Lamphun</a:t>
            </a:r>
            <a:r>
              <a:rPr lang="en-US" altLang="en-US" sz="2200">
                <a:solidFill>
                  <a:srgbClr val="4D4D4D"/>
                </a:solidFill>
              </a:rPr>
              <a:t> Plant Engineering</a:t>
            </a:r>
            <a:br>
              <a:rPr lang="en-US" altLang="en-US"/>
            </a:br>
            <a:r>
              <a:rPr lang="en-US" altLang="en-US" sz="2400"/>
              <a:t>Hand held System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1043"/>
            <a:ext cx="9144000" cy="482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385" y="5612733"/>
            <a:ext cx="1530711" cy="105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3479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088" y="3429000"/>
            <a:ext cx="824132" cy="117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4" y="2408526"/>
            <a:ext cx="1302911" cy="105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964121" y="56916"/>
            <a:ext cx="4365361" cy="501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15416" tIns="57708" rIns="115416" bIns="57708" numCol="1" anchor="ctr" anchorCtr="0" compatLnSpc="1">
            <a:prstTxWarp prst="textNoShape">
              <a:avLst/>
            </a:prstTxWarp>
            <a:noAutofit/>
          </a:bodyPr>
          <a:lstStyle/>
          <a:p>
            <a:pPr lvl="1" algn="ctr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latin typeface="Calibri" pitchFamily="34" charset="0"/>
                <a:cs typeface="Calibri" pitchFamily="34" charset="0"/>
              </a:rPr>
              <a:t>Hand held PM System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06639" y="3204343"/>
            <a:ext cx="1152019" cy="1753574"/>
            <a:chOff x="366841" y="1987012"/>
            <a:chExt cx="1352731" cy="1971809"/>
          </a:xfrm>
        </p:grpSpPr>
        <p:sp>
          <p:nvSpPr>
            <p:cNvPr id="2" name="TextBox 1"/>
            <p:cNvSpPr txBox="1"/>
            <p:nvPr/>
          </p:nvSpPr>
          <p:spPr>
            <a:xfrm>
              <a:off x="413293" y="1987012"/>
              <a:ext cx="1306279" cy="311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latin typeface="+mj-lt"/>
                  <a:ea typeface="Gulim" panose="020B0600000101010101" pitchFamily="34" charset="-127"/>
                </a:rPr>
                <a:t>Master plan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66841" y="3647349"/>
              <a:ext cx="1306278" cy="311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latin typeface="+mj-lt"/>
                  <a:ea typeface="Gulim" panose="020B0600000101010101" pitchFamily="34" charset="-127"/>
                </a:rPr>
                <a:t>Hand held</a:t>
              </a:r>
            </a:p>
          </p:txBody>
        </p:sp>
      </p:grpSp>
      <p:grpSp>
        <p:nvGrpSpPr>
          <p:cNvPr id="1039" name="Group 1038"/>
          <p:cNvGrpSpPr/>
          <p:nvPr/>
        </p:nvGrpSpPr>
        <p:grpSpPr>
          <a:xfrm>
            <a:off x="3757895" y="1104587"/>
            <a:ext cx="1891273" cy="1696226"/>
            <a:chOff x="3660309" y="2000226"/>
            <a:chExt cx="2064134" cy="1804895"/>
          </a:xfrm>
        </p:grpSpPr>
        <p:pic>
          <p:nvPicPr>
            <p:cNvPr id="1034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3530" y="2000226"/>
              <a:ext cx="1557998" cy="1293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620" y="2845637"/>
              <a:ext cx="1048823" cy="755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3" name="TextBox 1032"/>
            <p:cNvSpPr txBox="1"/>
            <p:nvPr/>
          </p:nvSpPr>
          <p:spPr>
            <a:xfrm>
              <a:off x="3660309" y="3313879"/>
              <a:ext cx="1579844" cy="491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Gulim" panose="020B0600000101010101" pitchFamily="34" charset="-127"/>
                  <a:ea typeface="Gulim" panose="020B0600000101010101" pitchFamily="34" charset="-127"/>
                </a:defRPr>
              </a:lvl1pPr>
            </a:lstStyle>
            <a:p>
              <a:r>
                <a:rPr lang="en-US">
                  <a:latin typeface="+mj-lt"/>
                </a:rPr>
                <a:t>Scheduled Calendar view</a:t>
              </a:r>
            </a:p>
          </p:txBody>
        </p:sp>
      </p:grpSp>
      <p:pic>
        <p:nvPicPr>
          <p:cNvPr id="1041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39" y="3843182"/>
            <a:ext cx="1236172" cy="83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2" name="Down Arrow 1041"/>
          <p:cNvSpPr/>
          <p:nvPr/>
        </p:nvSpPr>
        <p:spPr bwMode="auto">
          <a:xfrm>
            <a:off x="629275" y="3525169"/>
            <a:ext cx="396851" cy="272690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80" charset="0"/>
            </a:endParaRPr>
          </a:p>
        </p:txBody>
      </p:sp>
      <p:grpSp>
        <p:nvGrpSpPr>
          <p:cNvPr id="1055" name="Group 1054"/>
          <p:cNvGrpSpPr/>
          <p:nvPr/>
        </p:nvGrpSpPr>
        <p:grpSpPr>
          <a:xfrm>
            <a:off x="3661866" y="4823460"/>
            <a:ext cx="2497538" cy="1873479"/>
            <a:chOff x="3766877" y="4070297"/>
            <a:chExt cx="3327961" cy="2612739"/>
          </a:xfrm>
        </p:grpSpPr>
        <p:pic>
          <p:nvPicPr>
            <p:cNvPr id="1051" name="Picture 10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7203" y="4070297"/>
              <a:ext cx="1946697" cy="1430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3" name="Picture 1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0173" y="4976758"/>
              <a:ext cx="1264665" cy="12570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4" name="TextBox 1053"/>
            <p:cNvSpPr txBox="1"/>
            <p:nvPr/>
          </p:nvSpPr>
          <p:spPr>
            <a:xfrm>
              <a:off x="3766877" y="5524134"/>
              <a:ext cx="2063296" cy="1158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+mj-lt"/>
                  <a:ea typeface="Gulim" panose="020B0600000101010101" pitchFamily="34" charset="-127"/>
                </a:defRPr>
              </a:lvl1pPr>
            </a:lstStyle>
            <a:p>
              <a:r>
                <a:rPr lang="en-US"/>
                <a:t>Scan Machine </a:t>
              </a:r>
              <a:r>
                <a:rPr lang="en-US" err="1"/>
                <a:t>QR</a:t>
              </a:r>
              <a:r>
                <a:rPr lang="en-US"/>
                <a:t> Code &amp; Technician QR Code</a:t>
              </a:r>
            </a:p>
            <a:p>
              <a:r>
                <a:rPr lang="en-US">
                  <a:solidFill>
                    <a:srgbClr val="FF0000"/>
                  </a:solidFill>
                </a:rPr>
                <a:t>“Finished Work” 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221142" y="893320"/>
            <a:ext cx="1051155" cy="1218809"/>
            <a:chOff x="2047558" y="638112"/>
            <a:chExt cx="1095086" cy="1357308"/>
          </a:xfrm>
        </p:grpSpPr>
        <p:sp>
          <p:nvSpPr>
            <p:cNvPr id="13" name="TextBox 12"/>
            <p:cNvSpPr txBox="1"/>
            <p:nvPr/>
          </p:nvSpPr>
          <p:spPr>
            <a:xfrm>
              <a:off x="2047558" y="638112"/>
              <a:ext cx="10771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err="1">
                  <a:latin typeface="+mj-lt"/>
                  <a:ea typeface="Gulim" panose="020B0600000101010101" pitchFamily="34" charset="-127"/>
                </a:rPr>
                <a:t>Planner#1</a:t>
              </a:r>
              <a:endParaRPr lang="en-US" sz="1200">
                <a:latin typeface="+mj-lt"/>
                <a:ea typeface="Gulim" panose="020B0600000101010101" pitchFamily="34" charset="-127"/>
              </a:endParaRPr>
            </a:p>
          </p:txBody>
        </p:sp>
        <p:pic>
          <p:nvPicPr>
            <p:cNvPr id="32" name="Picture 1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610" y="899785"/>
              <a:ext cx="1078034" cy="1095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5" name="Group 84"/>
          <p:cNvGrpSpPr/>
          <p:nvPr/>
        </p:nvGrpSpPr>
        <p:grpSpPr>
          <a:xfrm>
            <a:off x="2229668" y="2230023"/>
            <a:ext cx="1095086" cy="1216152"/>
            <a:chOff x="2047558" y="638112"/>
            <a:chExt cx="1095086" cy="1357308"/>
          </a:xfrm>
        </p:grpSpPr>
        <p:sp>
          <p:nvSpPr>
            <p:cNvPr id="86" name="TextBox 85"/>
            <p:cNvSpPr txBox="1"/>
            <p:nvPr/>
          </p:nvSpPr>
          <p:spPr>
            <a:xfrm>
              <a:off x="2047558" y="638112"/>
              <a:ext cx="10771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err="1">
                  <a:latin typeface="+mj-lt"/>
                  <a:ea typeface="Gulim" panose="020B0600000101010101" pitchFamily="34" charset="-127"/>
                </a:rPr>
                <a:t>Planner#2</a:t>
              </a:r>
              <a:endParaRPr lang="en-US" sz="1200">
                <a:latin typeface="+mj-lt"/>
                <a:ea typeface="Gulim" panose="020B0600000101010101" pitchFamily="34" charset="-127"/>
              </a:endParaRPr>
            </a:p>
          </p:txBody>
        </p:sp>
        <p:pic>
          <p:nvPicPr>
            <p:cNvPr id="87" name="Picture 1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610" y="899785"/>
              <a:ext cx="1078034" cy="1095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8" name="Group 87"/>
          <p:cNvGrpSpPr/>
          <p:nvPr/>
        </p:nvGrpSpPr>
        <p:grpSpPr>
          <a:xfrm>
            <a:off x="2204090" y="3699709"/>
            <a:ext cx="1095086" cy="1216152"/>
            <a:chOff x="2047558" y="638112"/>
            <a:chExt cx="1095086" cy="1357308"/>
          </a:xfrm>
        </p:grpSpPr>
        <p:sp>
          <p:nvSpPr>
            <p:cNvPr id="89" name="TextBox 88"/>
            <p:cNvSpPr txBox="1"/>
            <p:nvPr/>
          </p:nvSpPr>
          <p:spPr>
            <a:xfrm>
              <a:off x="2047558" y="638112"/>
              <a:ext cx="10771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err="1">
                  <a:latin typeface="+mj-lt"/>
                  <a:ea typeface="Gulim" panose="020B0600000101010101" pitchFamily="34" charset="-127"/>
                </a:rPr>
                <a:t>Planner#3</a:t>
              </a:r>
              <a:endParaRPr lang="en-US" sz="1200">
                <a:latin typeface="+mj-lt"/>
                <a:ea typeface="Gulim" panose="020B0600000101010101" pitchFamily="34" charset="-127"/>
              </a:endParaRPr>
            </a:p>
          </p:txBody>
        </p:sp>
        <p:pic>
          <p:nvPicPr>
            <p:cNvPr id="90" name="Picture 1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610" y="899785"/>
              <a:ext cx="1078034" cy="1095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" name="TextBox 91"/>
          <p:cNvSpPr txBox="1"/>
          <p:nvPr/>
        </p:nvSpPr>
        <p:spPr>
          <a:xfrm>
            <a:off x="2195130" y="5189807"/>
            <a:ext cx="1077167" cy="248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err="1">
                <a:latin typeface="+mj-lt"/>
                <a:ea typeface="Gulim" panose="020B0600000101010101" pitchFamily="34" charset="-127"/>
              </a:rPr>
              <a:t>Planner#4</a:t>
            </a:r>
            <a:endParaRPr lang="en-US" sz="1200">
              <a:latin typeface="+mj-lt"/>
              <a:ea typeface="Gulim" panose="020B0600000101010101" pitchFamily="34" charset="-127"/>
            </a:endParaRPr>
          </a:p>
        </p:txBody>
      </p:sp>
      <p:pic>
        <p:nvPicPr>
          <p:cNvPr id="93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182" y="5424267"/>
            <a:ext cx="1078034" cy="981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" name="Elbow Connector 45"/>
          <p:cNvCxnSpPr>
            <a:endCxn id="32" idx="1"/>
          </p:cNvCxnSpPr>
          <p:nvPr/>
        </p:nvCxnSpPr>
        <p:spPr bwMode="auto">
          <a:xfrm flipV="1">
            <a:off x="1563071" y="1620211"/>
            <a:ext cx="674439" cy="1783295"/>
          </a:xfrm>
          <a:prstGeom prst="bentConnector3">
            <a:avLst/>
          </a:prstGeom>
          <a:solidFill>
            <a:schemeClr val="accent1"/>
          </a:solidFill>
          <a:ln w="47625" cap="sq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Elbow Connector 47"/>
          <p:cNvCxnSpPr>
            <a:endCxn id="87" idx="1"/>
          </p:cNvCxnSpPr>
          <p:nvPr/>
        </p:nvCxnSpPr>
        <p:spPr bwMode="auto">
          <a:xfrm flipV="1">
            <a:off x="1563071" y="2955329"/>
            <a:ext cx="683649" cy="44817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47625" cap="sq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Elbow Connector 64"/>
          <p:cNvCxnSpPr>
            <a:endCxn id="90" idx="1"/>
          </p:cNvCxnSpPr>
          <p:nvPr/>
        </p:nvCxnSpPr>
        <p:spPr bwMode="auto">
          <a:xfrm>
            <a:off x="1563071" y="3403506"/>
            <a:ext cx="658071" cy="102150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47625" cap="sq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Elbow Connector 72"/>
          <p:cNvCxnSpPr>
            <a:endCxn id="93" idx="1"/>
          </p:cNvCxnSpPr>
          <p:nvPr/>
        </p:nvCxnSpPr>
        <p:spPr bwMode="auto">
          <a:xfrm>
            <a:off x="1563071" y="3403506"/>
            <a:ext cx="649111" cy="2511607"/>
          </a:xfrm>
          <a:prstGeom prst="bentConnector3">
            <a:avLst/>
          </a:prstGeom>
          <a:solidFill>
            <a:schemeClr val="accent1"/>
          </a:solidFill>
          <a:ln w="47625" cap="sq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77" name="Group 76"/>
          <p:cNvGrpSpPr/>
          <p:nvPr/>
        </p:nvGrpSpPr>
        <p:grpSpPr>
          <a:xfrm>
            <a:off x="6298102" y="3672947"/>
            <a:ext cx="2582566" cy="1620790"/>
            <a:chOff x="5574080" y="3270286"/>
            <a:chExt cx="2866310" cy="1665786"/>
          </a:xfrm>
        </p:grpSpPr>
        <p:pic>
          <p:nvPicPr>
            <p:cNvPr id="1040" name="Picture 7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9418" y="3351790"/>
              <a:ext cx="1400972" cy="1063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50" name="Group 1049"/>
            <p:cNvGrpSpPr/>
            <p:nvPr/>
          </p:nvGrpSpPr>
          <p:grpSpPr>
            <a:xfrm>
              <a:off x="5574080" y="3270286"/>
              <a:ext cx="1533862" cy="969800"/>
              <a:chOff x="5750439" y="3371924"/>
              <a:chExt cx="1533862" cy="969800"/>
            </a:xfrm>
          </p:grpSpPr>
          <p:pic>
            <p:nvPicPr>
              <p:cNvPr id="1048" name="Picture 9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50439" y="3371924"/>
                <a:ext cx="1419873" cy="969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9" name="TextBox 1048"/>
              <p:cNvSpPr txBox="1"/>
              <p:nvPr/>
            </p:nvSpPr>
            <p:spPr>
              <a:xfrm>
                <a:off x="6034507" y="3442650"/>
                <a:ext cx="12497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1200">
                    <a:latin typeface="+mj-lt"/>
                    <a:ea typeface="Gulim" panose="020B0600000101010101" pitchFamily="34" charset="-127"/>
                  </a:defRPr>
                </a:lvl1pPr>
              </a:lstStyle>
              <a:p>
                <a:r>
                  <a:rPr lang="en-US" dirty="0"/>
                  <a:t>Execute work</a:t>
                </a:r>
              </a:p>
            </p:txBody>
          </p:sp>
        </p:grpSp>
        <p:sp>
          <p:nvSpPr>
            <p:cNvPr id="75" name="Rounded Rectangle 74"/>
            <p:cNvSpPr/>
            <p:nvPr/>
          </p:nvSpPr>
          <p:spPr bwMode="auto">
            <a:xfrm>
              <a:off x="5588919" y="4255337"/>
              <a:ext cx="1523593" cy="680735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171450" marR="0" indent="-17145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kumimoji="0" lang="en-US" sz="1050" b="1" i="0" u="none" strike="noStrike" cap="none" normalizeH="0" baseline="0" dirty="0">
                  <a:ln>
                    <a:noFill/>
                  </a:ln>
                  <a:solidFill>
                    <a:srgbClr val="00549F"/>
                  </a:solidFill>
                  <a:effectLst/>
                  <a:latin typeface="Arial" pitchFamily="-80" charset="0"/>
                </a:rPr>
                <a:t> Take Photo </a:t>
              </a:r>
            </a:p>
            <a:p>
              <a:pPr marL="171450" marR="0" indent="-17145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r>
                <a:rPr lang="en-US" sz="1050" dirty="0">
                  <a:solidFill>
                    <a:srgbClr val="00549F"/>
                  </a:solidFill>
                  <a:latin typeface="Arial" pitchFamily="-80" charset="0"/>
                </a:rPr>
                <a:t>Record data</a:t>
              </a:r>
            </a:p>
            <a:p>
              <a:pPr marR="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050" dirty="0">
                  <a:solidFill>
                    <a:srgbClr val="00549F"/>
                  </a:solidFill>
                  <a:latin typeface="Arial" pitchFamily="-80" charset="0"/>
                </a:rPr>
                <a:t>   M/C parameter</a:t>
              </a:r>
            </a:p>
            <a:p>
              <a:pPr marL="171450" marR="0" indent="-171450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</a:pPr>
              <a:endParaRPr kumimoji="0" lang="en-US" sz="1050" b="1" i="0" u="none" strike="noStrike" cap="none" normalizeH="0" baseline="0" dirty="0">
                <a:ln>
                  <a:noFill/>
                </a:ln>
                <a:solidFill>
                  <a:srgbClr val="00549F"/>
                </a:solidFill>
                <a:effectLst/>
                <a:latin typeface="Arial" pitchFamily="-80" charset="0"/>
              </a:endParaRP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6020796" y="1331358"/>
            <a:ext cx="2463024" cy="1847939"/>
            <a:chOff x="3876482" y="4070297"/>
            <a:chExt cx="3218356" cy="2641844"/>
          </a:xfrm>
        </p:grpSpPr>
        <p:pic>
          <p:nvPicPr>
            <p:cNvPr id="121" name="Picture 10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7203" y="4070297"/>
              <a:ext cx="1946697" cy="1430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" name="Picture 1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0173" y="4976758"/>
              <a:ext cx="1264665" cy="125709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" name="TextBox 122"/>
            <p:cNvSpPr txBox="1"/>
            <p:nvPr/>
          </p:nvSpPr>
          <p:spPr>
            <a:xfrm>
              <a:off x="3876482" y="5524134"/>
              <a:ext cx="2033090" cy="1188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>
                  <a:latin typeface="+mj-lt"/>
                  <a:ea typeface="Gulim" panose="020B0600000101010101" pitchFamily="34" charset="-127"/>
                </a:defRPr>
              </a:lvl1pPr>
            </a:lstStyle>
            <a:p>
              <a:r>
                <a:rPr lang="en-US"/>
                <a:t>Scan Machine </a:t>
              </a:r>
              <a:r>
                <a:rPr lang="en-US" err="1"/>
                <a:t>QR</a:t>
              </a:r>
              <a:r>
                <a:rPr lang="en-US"/>
                <a:t> Code &amp; Technician QR Code</a:t>
              </a:r>
            </a:p>
            <a:p>
              <a:r>
                <a:rPr lang="en-US">
                  <a:solidFill>
                    <a:srgbClr val="FF0000"/>
                  </a:solidFill>
                </a:rPr>
                <a:t>“Start Work” </a:t>
              </a:r>
            </a:p>
          </p:txBody>
        </p:sp>
      </p:grpSp>
      <p:sp>
        <p:nvSpPr>
          <p:cNvPr id="125" name="Rounded Rectangle 124"/>
          <p:cNvSpPr/>
          <p:nvPr/>
        </p:nvSpPr>
        <p:spPr bwMode="auto">
          <a:xfrm>
            <a:off x="4001891" y="2862070"/>
            <a:ext cx="1368352" cy="68073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050" b="1" i="0" u="none" strike="noStrike" cap="none" normalizeH="0" baseline="0" dirty="0">
                <a:ln>
                  <a:noFill/>
                </a:ln>
                <a:solidFill>
                  <a:srgbClr val="00549F"/>
                </a:solidFill>
                <a:effectLst/>
                <a:latin typeface="Arial" pitchFamily="-80" charset="0"/>
              </a:rPr>
              <a:t> Planner</a:t>
            </a:r>
            <a:r>
              <a:rPr kumimoji="0" lang="en-US" sz="1050" b="1" i="0" u="none" strike="noStrike" cap="none" normalizeH="0" dirty="0">
                <a:ln>
                  <a:noFill/>
                </a:ln>
                <a:solidFill>
                  <a:srgbClr val="00549F"/>
                </a:solidFill>
                <a:effectLst/>
                <a:latin typeface="Arial" pitchFamily="-80" charset="0"/>
              </a:rPr>
              <a:t> can manage Work by themselves</a:t>
            </a:r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sz="1050" dirty="0">
              <a:solidFill>
                <a:srgbClr val="00549F"/>
              </a:solidFill>
              <a:latin typeface="Arial" pitchFamily="-80" charset="0"/>
            </a:endParaRPr>
          </a:p>
          <a:p>
            <a:pPr marL="171450" marR="0" indent="-17145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sz="1050" b="1" i="0" u="none" strike="noStrike" cap="none" normalizeH="0" baseline="0" dirty="0">
              <a:ln>
                <a:noFill/>
              </a:ln>
              <a:solidFill>
                <a:srgbClr val="00549F"/>
              </a:solidFill>
              <a:effectLst/>
              <a:latin typeface="Arial" pitchFamily="-80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3317904" y="1848039"/>
            <a:ext cx="497556" cy="0"/>
          </a:xfrm>
          <a:prstGeom prst="straightConnector1">
            <a:avLst/>
          </a:prstGeom>
          <a:solidFill>
            <a:schemeClr val="accent1"/>
          </a:solidFill>
          <a:ln w="47625" cap="sq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Straight Arrow Connector 51"/>
          <p:cNvCxnSpPr/>
          <p:nvPr/>
        </p:nvCxnSpPr>
        <p:spPr bwMode="auto">
          <a:xfrm>
            <a:off x="5613144" y="1898289"/>
            <a:ext cx="602953" cy="0"/>
          </a:xfrm>
          <a:prstGeom prst="straightConnector1">
            <a:avLst/>
          </a:prstGeom>
          <a:solidFill>
            <a:schemeClr val="accent1"/>
          </a:solidFill>
          <a:ln w="47625" cap="sq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7632117" y="3004222"/>
            <a:ext cx="0" cy="577258"/>
          </a:xfrm>
          <a:prstGeom prst="straightConnector1">
            <a:avLst/>
          </a:prstGeom>
          <a:solidFill>
            <a:schemeClr val="accent1"/>
          </a:solidFill>
          <a:ln w="47625" cap="sq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H="1">
            <a:off x="6483650" y="5437999"/>
            <a:ext cx="514206" cy="428800"/>
          </a:xfrm>
          <a:prstGeom prst="straightConnector1">
            <a:avLst/>
          </a:prstGeom>
          <a:solidFill>
            <a:schemeClr val="accent1"/>
          </a:solidFill>
          <a:ln w="47625" cap="sq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66" name="Picture 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524" y="764429"/>
            <a:ext cx="713752" cy="8945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693" y="730001"/>
            <a:ext cx="762956" cy="120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1301991" y="3426929"/>
            <a:ext cx="11124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+mj-lt"/>
                <a:ea typeface="Gulim" panose="020B0600000101010101" pitchFamily="34" charset="-127"/>
              </a:rPr>
              <a:t>Due plan</a:t>
            </a:r>
          </a:p>
        </p:txBody>
      </p:sp>
    </p:spTree>
    <p:extLst>
      <p:ext uri="{BB962C8B-B14F-4D97-AF65-F5344CB8AC3E}">
        <p14:creationId xmlns:p14="http://schemas.microsoft.com/office/powerpoint/2010/main" val="68642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6" y="1104587"/>
            <a:ext cx="1700791" cy="1152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077508" y="764429"/>
            <a:ext cx="68031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endParaRPr lang="th-TH" sz="160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สามารถติดตามสถานะงานซ่อมได้แบบ </a:t>
            </a: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Real-time</a:t>
            </a:r>
            <a:endParaRPr lang="th-TH" sz="160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แสดงภาพรวมงานค้างแต่ละประเภทของช่างแต่ละคน ด้วย </a:t>
            </a: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Dashboard</a:t>
            </a: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วัดประสิทธิภาพการทำงานของช่าง </a:t>
            </a: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(%Utilization) </a:t>
            </a: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และสามารถนำข้อมูลมาวิเคราะห์ได้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Job Alert &amp; Reminder </a:t>
            </a: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มีการแจ้งเตือนผ่าน </a:t>
            </a: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e-mail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Calendar View </a:t>
            </a: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ตรวจสอบปฏิทินงานซ่อมบำรุง สามารถย้ายตารางงานได้ทันที</a:t>
            </a: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จัดลำดับความสำคัญของงานซ่อม (</a:t>
            </a: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Job Priority)</a:t>
            </a: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lang="en-US" sz="160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สามารถกรอกข้อมูลเพิ่มเติมได้ตามต้องการ </a:t>
            </a: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สามารถถ่ายรูปภาพและแนบเอกสารประกอบการทำงานในแต่ละใบงานได้</a:t>
            </a: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สามารถตรวจสอบและวางแผนการใช้อะไหล่ได้</a:t>
            </a: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สามารถเบิกอะไหล่ด้วยระบบบาร์โค๊ด (</a:t>
            </a: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Bar code system)</a:t>
            </a: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ลิ้งค์กับระบบ </a:t>
            </a:r>
            <a:r>
              <a:rPr lang="en-US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PR/PO </a:t>
            </a:r>
          </a:p>
          <a:p>
            <a:pPr marL="228600" indent="-228600">
              <a:buFont typeface="+mj-lt"/>
              <a:buAutoNum type="arabicPeriod"/>
            </a:pPr>
            <a:r>
              <a:rPr lang="th-TH" sz="1600">
                <a:solidFill>
                  <a:schemeClr val="bg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ลดการใช้กระดาษ</a:t>
            </a:r>
            <a:endParaRPr lang="en-US" sz="1600">
              <a:solidFill>
                <a:schemeClr val="bg2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964121" y="56916"/>
            <a:ext cx="4365361" cy="501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15416" tIns="57708" rIns="115416" bIns="57708" numCol="1" anchor="ctr" anchorCtr="0" compatLnSpc="1">
            <a:prstTxWarp prst="textNoShape">
              <a:avLst/>
            </a:prstTxWarp>
            <a:noAutofit/>
          </a:bodyPr>
          <a:lstStyle/>
          <a:p>
            <a:pPr lvl="1" algn="ctr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>
                <a:latin typeface="Calibri" pitchFamily="34" charset="0"/>
                <a:cs typeface="Calibri" pitchFamily="34" charset="0"/>
              </a:rPr>
              <a:t>Hand held Concept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875" y="4965863"/>
            <a:ext cx="1303939" cy="77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554" y="4375388"/>
            <a:ext cx="900321" cy="1419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54" y="4465971"/>
            <a:ext cx="1116253" cy="129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507" y="4873528"/>
            <a:ext cx="967854" cy="879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17" y="4463682"/>
            <a:ext cx="907088" cy="1389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005501" y="5752849"/>
            <a:ext cx="1555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latin typeface="+mj-lt"/>
                <a:ea typeface="Gulim" panose="020B0600000101010101" pitchFamily="34" charset="-127"/>
              </a:defRPr>
            </a:lvl1pPr>
          </a:lstStyle>
          <a:p>
            <a:r>
              <a:rPr lang="en-US"/>
              <a:t>Technician Confirmation Work Order by Scan QR Code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1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7705" y="4915323"/>
            <a:ext cx="967854" cy="879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557315" y="5816644"/>
            <a:ext cx="1738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latin typeface="+mj-lt"/>
                <a:ea typeface="Gulim" panose="020B0600000101010101" pitchFamily="34" charset="-127"/>
              </a:defRPr>
            </a:lvl1pPr>
          </a:lstStyle>
          <a:p>
            <a:r>
              <a:rPr lang="en-US"/>
              <a:t>Technician TECO (Closed)  Work Order by Scan QR Code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39008" y="5784747"/>
            <a:ext cx="1738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latin typeface="+mj-lt"/>
                <a:ea typeface="Gulim" panose="020B0600000101010101" pitchFamily="34" charset="-127"/>
              </a:defRPr>
            </a:lvl1pPr>
          </a:lstStyle>
          <a:p>
            <a:r>
              <a:rPr lang="en-US"/>
              <a:t>Technician Reserv Spare part by Scan barcode Code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8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1E1E1E"/>
      </a:dk1>
      <a:lt1>
        <a:srgbClr val="FFFFFF"/>
      </a:lt1>
      <a:dk2>
        <a:srgbClr val="96005A"/>
      </a:dk2>
      <a:lt2>
        <a:srgbClr val="0C2D83"/>
      </a:lt2>
      <a:accent1>
        <a:srgbClr val="FE5A17"/>
      </a:accent1>
      <a:accent2>
        <a:srgbClr val="008240"/>
      </a:accent2>
      <a:accent3>
        <a:srgbClr val="FFFFFF"/>
      </a:accent3>
      <a:accent4>
        <a:srgbClr val="181818"/>
      </a:accent4>
      <a:accent5>
        <a:srgbClr val="FEB5AB"/>
      </a:accent5>
      <a:accent6>
        <a:srgbClr val="007539"/>
      </a:accent6>
      <a:hlink>
        <a:srgbClr val="0189B4"/>
      </a:hlink>
      <a:folHlink>
        <a:srgbClr val="002C5F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8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80" charset="0"/>
          </a:defRPr>
        </a:defPPr>
      </a:lstStyle>
    </a:lnDef>
  </a:objectDefaults>
  <a:extraClrSchemeLst>
    <a:extraClrScheme>
      <a:clrScheme name="Default Design 1">
        <a:dk1>
          <a:srgbClr val="1E1E1E"/>
        </a:dk1>
        <a:lt1>
          <a:srgbClr val="FFFFFF"/>
        </a:lt1>
        <a:dk2>
          <a:srgbClr val="96005A"/>
        </a:dk2>
        <a:lt2>
          <a:srgbClr val="0C2D83"/>
        </a:lt2>
        <a:accent1>
          <a:srgbClr val="FE5A17"/>
        </a:accent1>
        <a:accent2>
          <a:srgbClr val="008240"/>
        </a:accent2>
        <a:accent3>
          <a:srgbClr val="FFFFFF"/>
        </a:accent3>
        <a:accent4>
          <a:srgbClr val="181818"/>
        </a:accent4>
        <a:accent5>
          <a:srgbClr val="FEB5AB"/>
        </a:accent5>
        <a:accent6>
          <a:srgbClr val="007539"/>
        </a:accent6>
        <a:hlink>
          <a:srgbClr val="0189B4"/>
        </a:hlink>
        <a:folHlink>
          <a:srgbClr val="002C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">
      <a:dk1>
        <a:srgbClr val="1E1E1E"/>
      </a:dk1>
      <a:lt1>
        <a:srgbClr val="FFFFFF"/>
      </a:lt1>
      <a:dk2>
        <a:srgbClr val="EAEAEA"/>
      </a:dk2>
      <a:lt2>
        <a:srgbClr val="0C2D83"/>
      </a:lt2>
      <a:accent1>
        <a:srgbClr val="28BEF0"/>
      </a:accent1>
      <a:accent2>
        <a:srgbClr val="0189B4"/>
      </a:accent2>
      <a:accent3>
        <a:srgbClr val="FFFFFF"/>
      </a:accent3>
      <a:accent4>
        <a:srgbClr val="181818"/>
      </a:accent4>
      <a:accent5>
        <a:srgbClr val="ACDBF6"/>
      </a:accent5>
      <a:accent6>
        <a:srgbClr val="017CA3"/>
      </a:accent6>
      <a:hlink>
        <a:srgbClr val="00549F"/>
      </a:hlink>
      <a:folHlink>
        <a:srgbClr val="002C5F"/>
      </a:folHlink>
    </a:clrScheme>
    <a:fontScheme name="4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8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80" charset="0"/>
          </a:defRPr>
        </a:defPPr>
      </a:lstStyle>
    </a:lnDef>
  </a:objectDefaults>
  <a:extraClrSchemeLst>
    <a:extraClrScheme>
      <a:clrScheme name="4_Default Design 1">
        <a:dk1>
          <a:srgbClr val="1E1E1E"/>
        </a:dk1>
        <a:lt1>
          <a:srgbClr val="FFFFFF"/>
        </a:lt1>
        <a:dk2>
          <a:srgbClr val="96005A"/>
        </a:dk2>
        <a:lt2>
          <a:srgbClr val="0C2D83"/>
        </a:lt2>
        <a:accent1>
          <a:srgbClr val="FE5A17"/>
        </a:accent1>
        <a:accent2>
          <a:srgbClr val="008240"/>
        </a:accent2>
        <a:accent3>
          <a:srgbClr val="FFFFFF"/>
        </a:accent3>
        <a:accent4>
          <a:srgbClr val="181818"/>
        </a:accent4>
        <a:accent5>
          <a:srgbClr val="FEB5AB"/>
        </a:accent5>
        <a:accent6>
          <a:srgbClr val="007539"/>
        </a:accent6>
        <a:hlink>
          <a:srgbClr val="0189B4"/>
        </a:hlink>
        <a:folHlink>
          <a:srgbClr val="002C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4_Default Design 1">
    <a:dk1>
      <a:srgbClr val="1E1E1E"/>
    </a:dk1>
    <a:lt1>
      <a:srgbClr val="FFFFFF"/>
    </a:lt1>
    <a:dk2>
      <a:srgbClr val="96005A"/>
    </a:dk2>
    <a:lt2>
      <a:srgbClr val="0C2D83"/>
    </a:lt2>
    <a:accent1>
      <a:srgbClr val="FE5A17"/>
    </a:accent1>
    <a:accent2>
      <a:srgbClr val="008240"/>
    </a:accent2>
    <a:accent3>
      <a:srgbClr val="FFFFFF"/>
    </a:accent3>
    <a:accent4>
      <a:srgbClr val="181818"/>
    </a:accent4>
    <a:accent5>
      <a:srgbClr val="FEB5AB"/>
    </a:accent5>
    <a:accent6>
      <a:srgbClr val="007539"/>
    </a:accent6>
    <a:hlink>
      <a:srgbClr val="0189B4"/>
    </a:hlink>
    <a:folHlink>
      <a:srgbClr val="002C5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3609</TotalTime>
  <Words>223</Words>
  <Application>Microsoft Office PowerPoint</Application>
  <PresentationFormat>On-screen Show (4:3)</PresentationFormat>
  <Paragraphs>37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 Unicode MS</vt:lpstr>
      <vt:lpstr>Arial</vt:lpstr>
      <vt:lpstr>Calibri</vt:lpstr>
      <vt:lpstr>Wingdings</vt:lpstr>
      <vt:lpstr>Default Design</vt:lpstr>
      <vt:lpstr>4_Default Design</vt:lpstr>
      <vt:lpstr>Lamphun Plant Engineering Hand held System</vt:lpstr>
      <vt:lpstr>PowerPoint Presentation</vt:lpstr>
      <vt:lpstr>PowerPoint Presentation</vt:lpstr>
    </vt:vector>
  </TitlesOfParts>
  <Company>Addison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Thamburanawit, Pimnacha {PI}</cp:lastModifiedBy>
  <cp:revision>265</cp:revision>
  <cp:lastPrinted>2018-01-03T07:47:15Z</cp:lastPrinted>
  <dcterms:created xsi:type="dcterms:W3CDTF">2011-05-10T17:18:45Z</dcterms:created>
  <dcterms:modified xsi:type="dcterms:W3CDTF">2020-07-13T10:34:29Z</dcterms:modified>
</cp:coreProperties>
</file>